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Office Probe Slides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Ada</a:t>
            </a:r>
          </a:p>
          <a:p>
            <a:pPr lvl="0"/>
            <a:r>
              <a:rPr/>
              <a:t>Lin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probe exists to make the PPTX seam decision explicit in Story 175.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2026-04-01T04:41:39Z</dcterms:created>
  <dcterms:modified xsi:type="dcterms:W3CDTF">2026-04-01T04:41:39Z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